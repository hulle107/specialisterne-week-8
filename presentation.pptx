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dfaaaf6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dfaaaf6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0dfaaaf6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0dfaaaf6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0dfaaaf6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0dfaaaf6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fe653afe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fe653afe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fe653afe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fe653afe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0dfaaaf6e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0dfaaaf6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fe653afe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fe653afe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delta.thiesen.1990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Trussels- og sårbarhedsanalyse af ETL-databasen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537400" y="3507625"/>
            <a:ext cx="5017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"/>
              <a:t>Projekt:</a:t>
            </a:r>
            <a:r>
              <a:rPr lang="da"/>
              <a:t> “week6_etl”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"/>
              <a:t>Dato:</a:t>
            </a:r>
            <a:r>
              <a:rPr lang="da"/>
              <a:t> 7. november 2025</a:t>
            </a:r>
            <a:br>
              <a:rPr lang="da"/>
            </a:br>
            <a:r>
              <a:rPr b="1" lang="da"/>
              <a:t>Udarbejdet af:</a:t>
            </a:r>
            <a:r>
              <a:rPr lang="da"/>
              <a:t> Delta Thiesen &lt;</a:t>
            </a:r>
            <a:r>
              <a:rPr lang="da" u="sng">
                <a:solidFill>
                  <a:schemeClr val="hlink"/>
                </a:solidFill>
                <a:hlinkClick r:id="rId3"/>
              </a:rPr>
              <a:t>delta.thiesen.1990@gmail.com</a:t>
            </a:r>
            <a:r>
              <a:rPr lang="da"/>
              <a:t>&gt;</a:t>
            </a:r>
            <a:br>
              <a:rPr lang="da"/>
            </a:br>
            <a:r>
              <a:rPr b="1" lang="da"/>
              <a:t>Analyseområde:</a:t>
            </a:r>
            <a:r>
              <a:rPr lang="da"/>
              <a:t> Database og tilhørende ETL-komponenter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593475" y="1916575"/>
            <a:ext cx="438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lang="da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Analysefokus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593475" y="2409175"/>
            <a:ext cx="438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lang="da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Trusler og sårbarheder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593475" y="2901775"/>
            <a:ext cx="438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lang="da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Anbefalinger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228275" y="208075"/>
            <a:ext cx="412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3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Indholdsfortegnelse</a:t>
            </a:r>
            <a:endParaRPr sz="3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Analysefokus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a"/>
              <a:t>Bruger- og adgangsstyring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a"/>
              <a:t>Risiko for datalæk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a"/>
              <a:t>SQL-injection og input-sårbarheder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a"/>
              <a:t>Logning og sporbarhed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Trusler og sårbarheder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28494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Bruger- og adgangsstyring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6" title="utils.get_eng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150" y="1088025"/>
            <a:ext cx="4106224" cy="18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utils._read_credential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7275" y="2899021"/>
            <a:ext cx="3779975" cy="185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1297500" y="2305550"/>
            <a:ext cx="28494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da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Projektet gemmer database-login i klartekst i filen credentials_file.txt</a:t>
            </a:r>
            <a:br>
              <a:rPr lang="da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da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Der anvendes ingen central autentificering eller tokens.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Trusler og sårbarheder</a:t>
            </a:r>
            <a:endParaRPr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1297500" y="1567550"/>
            <a:ext cx="28494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SQL-Injection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297500" y="2305550"/>
            <a:ext cx="28494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da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Projektet bruger SQLAlchemy, men hvis der indsættes dynamiske SQL-strenge (f.eks. f-strings eller string-concatenation), kan det give risiko for SQL-injection.</a:t>
            </a:r>
            <a:br>
              <a:rPr lang="da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da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Der er ingen input-sanitering i den del af koden, der indlæser CSV-data.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6" name="Google Shape;166;p17" title="utils.load_to_sql.constrai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9300" y="1460250"/>
            <a:ext cx="4692297" cy="1934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Trusler og sårbarheder</a:t>
            </a:r>
            <a:endParaRPr/>
          </a:p>
        </p:txBody>
      </p:sp>
      <p:sp>
        <p:nvSpPr>
          <p:cNvPr id="172" name="Google Shape;172;p18"/>
          <p:cNvSpPr txBox="1"/>
          <p:nvPr>
            <p:ph idx="1" type="body"/>
          </p:nvPr>
        </p:nvSpPr>
        <p:spPr>
          <a:xfrm>
            <a:off x="1297500" y="1567550"/>
            <a:ext cx="28494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Datalæk og fortrolighed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297500" y="2305550"/>
            <a:ext cx="28494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da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Der er ingen kryptering af forbindelsen mellem ETL-komponenten og MySQL.</a:t>
            </a:r>
            <a:br>
              <a:rPr lang="da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da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Der anvendes ingen kryptering ved lagring af data.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4" name="Google Shape;174;p18" title="utils.get_eng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9300" y="1460250"/>
            <a:ext cx="4692302" cy="206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Anbefalinger</a:t>
            </a:r>
            <a:endParaRPr/>
          </a:p>
        </p:txBody>
      </p:sp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Fjern credentials fra repo og roter adgang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Aktivér SSL/TLS på DB-forbindelse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Implementér inputvalidering og parameteriserede queries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a" sz="4000"/>
              <a:t>running = false;</a:t>
            </a:r>
            <a:endParaRPr sz="4000"/>
          </a:p>
        </p:txBody>
      </p:sp>
      <p:sp>
        <p:nvSpPr>
          <p:cNvPr id="186" name="Google Shape;186;p20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Læs den fulde rapport: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a"/>
              <a:t>https://github.com/Hulle107/specialisterne-week-8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